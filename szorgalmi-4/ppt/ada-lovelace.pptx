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13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25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384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537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390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293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54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287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945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882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9606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1077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1858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2253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8874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1773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759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6BA89-D2B8-4C51-B62D-DFA95B5ACD5A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93B7F-564A-45D6-A732-7ACB8E52BE7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6099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E0CA8C-86FC-C1D7-C22F-DED150A3C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hu-HU" dirty="0"/>
              <a:t>Ada </a:t>
            </a:r>
            <a:r>
              <a:rPr lang="hu-HU" dirty="0" err="1"/>
              <a:t>Lovelace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EDB1C2A-B0B6-2896-07E6-8EF4EAF64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hu-HU" dirty="0"/>
              <a:t>Készítette: Papp Bence Attila</a:t>
            </a:r>
          </a:p>
        </p:txBody>
      </p:sp>
    </p:spTree>
    <p:extLst>
      <p:ext uri="{BB962C8B-B14F-4D97-AF65-F5344CB8AC3E}">
        <p14:creationId xmlns:p14="http://schemas.microsoft.com/office/powerpoint/2010/main" val="365041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F16B18-C21E-F415-738A-0971C9BD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 </a:t>
            </a:r>
            <a:r>
              <a:rPr lang="hu-HU" dirty="0" err="1"/>
              <a:t>Lovelace</a:t>
            </a:r>
            <a:r>
              <a:rPr lang="hu-HU" dirty="0"/>
              <a:t> – az első programozó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607128-87B3-749A-7E92-5B74D32CE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830404"/>
            <a:ext cx="5957477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Teljes név: Augusta Ada King,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Countess</a:t>
            </a:r>
            <a:r>
              <a:rPr lang="hu-HU" altLang="hu-HU" dirty="0"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Lovelace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(1815–1852)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Ismert mint a “világ első programozója”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5D8641D-4AB2-DF2F-2002-89CCC4271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269" y="1917290"/>
            <a:ext cx="2748121" cy="394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81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1102FA-3C58-D7A9-7940-F42BF68D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Korai évek és tanulmányok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2F8E26-1074-78E5-EFC5-EE03866012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541775"/>
            <a:ext cx="8618065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Lord Byron lánya, matematikai érdeklődés anyjától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Charles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Babbage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inspirálta a számológépek iránt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Matematikai oktatás: algebra, logika, analitikus gondolkodás</a:t>
            </a:r>
          </a:p>
        </p:txBody>
      </p:sp>
    </p:spTree>
    <p:extLst>
      <p:ext uri="{BB962C8B-B14F-4D97-AF65-F5344CB8AC3E}">
        <p14:creationId xmlns:p14="http://schemas.microsoft.com/office/powerpoint/2010/main" val="371081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392382-53C3-B3D6-0F33-3DA30EE08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Kapcsolat Charles </a:t>
            </a:r>
            <a:r>
              <a:rPr lang="hu-HU" dirty="0" err="1"/>
              <a:t>Babbage-dzsel</a:t>
            </a: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5CEE4A-6E7D-2BC6-B45B-787008E5D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346425"/>
            <a:ext cx="603740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Analitikus Gép: korai mechanikus számítógép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 jegyzeteket készített a gép működéséről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Első algoritmus, amit egy gépre írt – ezért tekintik programozónak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A9F250F1-72CD-4F7B-1880-F8EDFDEBF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819" y="2276873"/>
            <a:ext cx="4226599" cy="348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25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5FC79B-08D6-83BF-ECAA-33921DC4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Hatása a modern programozásra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C60CA4-0550-1515-E366-22BC4A353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675977"/>
            <a:ext cx="8789586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 első algoritmus írója számítógépre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Inspiráció a női programozók számára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Lovelace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nap: október 13., a női programozás világnapja</a:t>
            </a:r>
          </a:p>
        </p:txBody>
      </p:sp>
    </p:spTree>
    <p:extLst>
      <p:ext uri="{BB962C8B-B14F-4D97-AF65-F5344CB8AC3E}">
        <p14:creationId xmlns:p14="http://schemas.microsoft.com/office/powerpoint/2010/main" val="2283335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F1298F-9786-3EB2-FEB9-B0AB095B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Érdekességek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F888A0-B448-F2FF-7199-2ADDE83AC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644170"/>
            <a:ext cx="87695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Szeretett zenével és matematikával kísérletezni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Visionárius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gondolkodás: az Analitikus Gépet “általános számítási eszköznek” látta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Inspiráló idézet: „A számok a logika nyelve”</a:t>
            </a:r>
          </a:p>
        </p:txBody>
      </p:sp>
    </p:spTree>
    <p:extLst>
      <p:ext uri="{BB962C8B-B14F-4D97-AF65-F5344CB8AC3E}">
        <p14:creationId xmlns:p14="http://schemas.microsoft.com/office/powerpoint/2010/main" val="2388955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7</TotalTime>
  <Words>139</Words>
  <Application>Microsoft Office PowerPoint</Application>
  <PresentationFormat>Szélesvásznú</PresentationFormat>
  <Paragraphs>21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Tw Cen MT</vt:lpstr>
      <vt:lpstr>Áramkör</vt:lpstr>
      <vt:lpstr>Ada Lovelace</vt:lpstr>
      <vt:lpstr>Ada Lovelace – az első programozó</vt:lpstr>
      <vt:lpstr>Korai évek és tanulmányok</vt:lpstr>
      <vt:lpstr>Kapcsolat Charles Babbage-dzsel</vt:lpstr>
      <vt:lpstr>Hatása a modern programozásra</vt:lpstr>
      <vt:lpstr>Érdekességek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uh Nuh</dc:creator>
  <cp:lastModifiedBy>uh Nuh</cp:lastModifiedBy>
  <cp:revision>2</cp:revision>
  <dcterms:created xsi:type="dcterms:W3CDTF">2026-03-18T20:25:07Z</dcterms:created>
  <dcterms:modified xsi:type="dcterms:W3CDTF">2026-03-18T20:33:02Z</dcterms:modified>
</cp:coreProperties>
</file>